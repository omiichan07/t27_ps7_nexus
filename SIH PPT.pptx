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4" r:id="rId7"/>
    <p:sldId id="263" r:id="rId8"/>
    <p:sldId id="265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B"/>
    <a:srgbClr val="3030DC"/>
    <a:srgbClr val="FAFAF9"/>
    <a:srgbClr val="FF3300"/>
    <a:srgbClr val="F2F2F6"/>
    <a:srgbClr val="F5F6F8"/>
    <a:srgbClr val="F7F7F8"/>
    <a:srgbClr val="F6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82" y="1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 u="sng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 u="sng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1965" y="6267593"/>
            <a:ext cx="8734425" cy="2990850"/>
          </a:xfrm>
          <a:custGeom>
            <a:avLst/>
            <a:gdLst/>
            <a:ahLst/>
            <a:cxnLst/>
            <a:rect l="l" t="t" r="r" b="b"/>
            <a:pathLst>
              <a:path w="8734425" h="2990850">
                <a:moveTo>
                  <a:pt x="8734415" y="2385574"/>
                </a:moveTo>
                <a:lnTo>
                  <a:pt x="8728965" y="2438721"/>
                </a:lnTo>
                <a:lnTo>
                  <a:pt x="8720373" y="2485010"/>
                </a:lnTo>
                <a:lnTo>
                  <a:pt x="8708561" y="2530083"/>
                </a:lnTo>
                <a:lnTo>
                  <a:pt x="8693655" y="2573815"/>
                </a:lnTo>
                <a:lnTo>
                  <a:pt x="8675779" y="2616080"/>
                </a:lnTo>
                <a:lnTo>
                  <a:pt x="8655060" y="2656755"/>
                </a:lnTo>
                <a:lnTo>
                  <a:pt x="8631622" y="2695712"/>
                </a:lnTo>
                <a:lnTo>
                  <a:pt x="8605590" y="2732827"/>
                </a:lnTo>
                <a:lnTo>
                  <a:pt x="8577091" y="2767974"/>
                </a:lnTo>
                <a:lnTo>
                  <a:pt x="8546249" y="2801029"/>
                </a:lnTo>
                <a:lnTo>
                  <a:pt x="8513190" y="2831866"/>
                </a:lnTo>
                <a:lnTo>
                  <a:pt x="8478039" y="2860360"/>
                </a:lnTo>
                <a:lnTo>
                  <a:pt x="8440921" y="2886386"/>
                </a:lnTo>
                <a:lnTo>
                  <a:pt x="8401961" y="2909818"/>
                </a:lnTo>
                <a:lnTo>
                  <a:pt x="8361286" y="2930531"/>
                </a:lnTo>
                <a:lnTo>
                  <a:pt x="8319020" y="2948400"/>
                </a:lnTo>
                <a:lnTo>
                  <a:pt x="8275289" y="2963299"/>
                </a:lnTo>
                <a:lnTo>
                  <a:pt x="8230218" y="2975105"/>
                </a:lnTo>
                <a:lnTo>
                  <a:pt x="8183932" y="2983691"/>
                </a:lnTo>
                <a:lnTo>
                  <a:pt x="8136557" y="2988932"/>
                </a:lnTo>
                <a:lnTo>
                  <a:pt x="8088218" y="2990706"/>
                </a:lnTo>
                <a:lnTo>
                  <a:pt x="647693" y="2990705"/>
                </a:lnTo>
                <a:lnTo>
                  <a:pt x="599354" y="2988928"/>
                </a:lnTo>
                <a:lnTo>
                  <a:pt x="551980" y="2983682"/>
                </a:lnTo>
                <a:lnTo>
                  <a:pt x="505696" y="2975090"/>
                </a:lnTo>
                <a:lnTo>
                  <a:pt x="460627" y="2963280"/>
                </a:lnTo>
                <a:lnTo>
                  <a:pt x="416899" y="2948376"/>
                </a:lnTo>
                <a:lnTo>
                  <a:pt x="374637" y="2930502"/>
                </a:lnTo>
                <a:lnTo>
                  <a:pt x="333966" y="2909786"/>
                </a:lnTo>
                <a:lnTo>
                  <a:pt x="295011" y="2886351"/>
                </a:lnTo>
                <a:lnTo>
                  <a:pt x="257899" y="2860324"/>
                </a:lnTo>
                <a:lnTo>
                  <a:pt x="222753" y="2831828"/>
                </a:lnTo>
                <a:lnTo>
                  <a:pt x="189699" y="2800990"/>
                </a:lnTo>
                <a:lnTo>
                  <a:pt x="158862" y="2767936"/>
                </a:lnTo>
                <a:lnTo>
                  <a:pt x="130368" y="2732789"/>
                </a:lnTo>
                <a:lnTo>
                  <a:pt x="104342" y="2695675"/>
                </a:lnTo>
                <a:lnTo>
                  <a:pt x="80909" y="2656720"/>
                </a:lnTo>
                <a:lnTo>
                  <a:pt x="60194" y="2616049"/>
                </a:lnTo>
                <a:lnTo>
                  <a:pt x="42322" y="2573787"/>
                </a:lnTo>
                <a:lnTo>
                  <a:pt x="27420" y="2530059"/>
                </a:lnTo>
                <a:lnTo>
                  <a:pt x="15611" y="2484991"/>
                </a:lnTo>
                <a:lnTo>
                  <a:pt x="7021" y="2438707"/>
                </a:lnTo>
                <a:lnTo>
                  <a:pt x="1776" y="2391334"/>
                </a:lnTo>
                <a:lnTo>
                  <a:pt x="0" y="2342996"/>
                </a:lnTo>
                <a:lnTo>
                  <a:pt x="0" y="647704"/>
                </a:lnTo>
                <a:lnTo>
                  <a:pt x="1776" y="599366"/>
                </a:lnTo>
                <a:lnTo>
                  <a:pt x="7021" y="551992"/>
                </a:lnTo>
                <a:lnTo>
                  <a:pt x="15611" y="505709"/>
                </a:lnTo>
                <a:lnTo>
                  <a:pt x="27421" y="460641"/>
                </a:lnTo>
                <a:lnTo>
                  <a:pt x="42324" y="416913"/>
                </a:lnTo>
                <a:lnTo>
                  <a:pt x="60196" y="374651"/>
                </a:lnTo>
                <a:lnTo>
                  <a:pt x="80911" y="333980"/>
                </a:lnTo>
                <a:lnTo>
                  <a:pt x="104344" y="295026"/>
                </a:lnTo>
                <a:lnTo>
                  <a:pt x="130371" y="257912"/>
                </a:lnTo>
                <a:lnTo>
                  <a:pt x="158865" y="222766"/>
                </a:lnTo>
                <a:lnTo>
                  <a:pt x="189701" y="189711"/>
                </a:lnTo>
                <a:lnTo>
                  <a:pt x="222755" y="158874"/>
                </a:lnTo>
                <a:lnTo>
                  <a:pt x="257901" y="130379"/>
                </a:lnTo>
                <a:lnTo>
                  <a:pt x="295014" y="104352"/>
                </a:lnTo>
                <a:lnTo>
                  <a:pt x="333969" y="80917"/>
                </a:lnTo>
                <a:lnTo>
                  <a:pt x="374639" y="60201"/>
                </a:lnTo>
                <a:lnTo>
                  <a:pt x="416901" y="42328"/>
                </a:lnTo>
                <a:lnTo>
                  <a:pt x="460629" y="27424"/>
                </a:lnTo>
                <a:lnTo>
                  <a:pt x="505698" y="15614"/>
                </a:lnTo>
                <a:lnTo>
                  <a:pt x="551981" y="7023"/>
                </a:lnTo>
                <a:lnTo>
                  <a:pt x="599355" y="1776"/>
                </a:lnTo>
                <a:lnTo>
                  <a:pt x="647694" y="0"/>
                </a:lnTo>
                <a:lnTo>
                  <a:pt x="8088218" y="0"/>
                </a:lnTo>
                <a:lnTo>
                  <a:pt x="8136558" y="1768"/>
                </a:lnTo>
                <a:lnTo>
                  <a:pt x="8183934" y="7010"/>
                </a:lnTo>
                <a:lnTo>
                  <a:pt x="8230220" y="15596"/>
                </a:lnTo>
                <a:lnTo>
                  <a:pt x="8275291" y="27401"/>
                </a:lnTo>
                <a:lnTo>
                  <a:pt x="8319023" y="42302"/>
                </a:lnTo>
                <a:lnTo>
                  <a:pt x="8361289" y="60171"/>
                </a:lnTo>
                <a:lnTo>
                  <a:pt x="8401964" y="80884"/>
                </a:lnTo>
                <a:lnTo>
                  <a:pt x="8440923" y="104316"/>
                </a:lnTo>
                <a:lnTo>
                  <a:pt x="8478041" y="130342"/>
                </a:lnTo>
                <a:lnTo>
                  <a:pt x="8513192" y="158836"/>
                </a:lnTo>
                <a:lnTo>
                  <a:pt x="8546251" y="189674"/>
                </a:lnTo>
                <a:lnTo>
                  <a:pt x="8577093" y="222729"/>
                </a:lnTo>
                <a:lnTo>
                  <a:pt x="8605592" y="257877"/>
                </a:lnTo>
                <a:lnTo>
                  <a:pt x="8631624" y="294992"/>
                </a:lnTo>
                <a:lnTo>
                  <a:pt x="8655061" y="333950"/>
                </a:lnTo>
                <a:lnTo>
                  <a:pt x="8675781" y="374624"/>
                </a:lnTo>
                <a:lnTo>
                  <a:pt x="8693656" y="416890"/>
                </a:lnTo>
                <a:lnTo>
                  <a:pt x="8708562" y="460622"/>
                </a:lnTo>
                <a:lnTo>
                  <a:pt x="8720374" y="505695"/>
                </a:lnTo>
                <a:lnTo>
                  <a:pt x="8728965" y="551984"/>
                </a:lnTo>
                <a:lnTo>
                  <a:pt x="8734212" y="599363"/>
                </a:lnTo>
                <a:lnTo>
                  <a:pt x="8734348" y="605134"/>
                </a:lnTo>
              </a:path>
            </a:pathLst>
          </a:custGeom>
          <a:ln w="76199">
            <a:solidFill>
              <a:srgbClr val="118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52206" y="1769947"/>
            <a:ext cx="8734425" cy="1847850"/>
          </a:xfrm>
          <a:custGeom>
            <a:avLst/>
            <a:gdLst/>
            <a:ahLst/>
            <a:cxnLst/>
            <a:rect l="l" t="t" r="r" b="b"/>
            <a:pathLst>
              <a:path w="8734425" h="1847850">
                <a:moveTo>
                  <a:pt x="8734183" y="1235920"/>
                </a:moveTo>
                <a:lnTo>
                  <a:pt x="8728409" y="1297683"/>
                </a:lnTo>
                <a:lnTo>
                  <a:pt x="8719819" y="1343964"/>
                </a:lnTo>
                <a:lnTo>
                  <a:pt x="8708010" y="1389029"/>
                </a:lnTo>
                <a:lnTo>
                  <a:pt x="8693107" y="1432754"/>
                </a:lnTo>
                <a:lnTo>
                  <a:pt x="8675236" y="1475013"/>
                </a:lnTo>
                <a:lnTo>
                  <a:pt x="8654522" y="1515682"/>
                </a:lnTo>
                <a:lnTo>
                  <a:pt x="8631089" y="1554634"/>
                </a:lnTo>
                <a:lnTo>
                  <a:pt x="8605064" y="1591744"/>
                </a:lnTo>
                <a:lnTo>
                  <a:pt x="8576571" y="1626888"/>
                </a:lnTo>
                <a:lnTo>
                  <a:pt x="8545736" y="1659941"/>
                </a:lnTo>
                <a:lnTo>
                  <a:pt x="8512684" y="1690776"/>
                </a:lnTo>
                <a:lnTo>
                  <a:pt x="8477540" y="1719268"/>
                </a:lnTo>
                <a:lnTo>
                  <a:pt x="8440429" y="1745294"/>
                </a:lnTo>
                <a:lnTo>
                  <a:pt x="8401477" y="1768726"/>
                </a:lnTo>
                <a:lnTo>
                  <a:pt x="8360809" y="1789440"/>
                </a:lnTo>
                <a:lnTo>
                  <a:pt x="8318550" y="1807312"/>
                </a:lnTo>
                <a:lnTo>
                  <a:pt x="8274825" y="1822214"/>
                </a:lnTo>
                <a:lnTo>
                  <a:pt x="8229759" y="1834023"/>
                </a:lnTo>
                <a:lnTo>
                  <a:pt x="8183479" y="1842613"/>
                </a:lnTo>
                <a:lnTo>
                  <a:pt x="8136108" y="1847849"/>
                </a:lnTo>
              </a:path>
              <a:path w="8734425" h="1847850">
                <a:moveTo>
                  <a:pt x="599324" y="1847849"/>
                </a:moveTo>
                <a:lnTo>
                  <a:pt x="551952" y="1842613"/>
                </a:lnTo>
                <a:lnTo>
                  <a:pt x="505671" y="1834023"/>
                </a:lnTo>
                <a:lnTo>
                  <a:pt x="460606" y="1822214"/>
                </a:lnTo>
                <a:lnTo>
                  <a:pt x="416881" y="1807311"/>
                </a:lnTo>
                <a:lnTo>
                  <a:pt x="374622" y="1789440"/>
                </a:lnTo>
                <a:lnTo>
                  <a:pt x="333953" y="1768726"/>
                </a:lnTo>
                <a:lnTo>
                  <a:pt x="295001" y="1745293"/>
                </a:lnTo>
                <a:lnTo>
                  <a:pt x="257890" y="1719268"/>
                </a:lnTo>
                <a:lnTo>
                  <a:pt x="222746" y="1690776"/>
                </a:lnTo>
                <a:lnTo>
                  <a:pt x="189694" y="1659940"/>
                </a:lnTo>
                <a:lnTo>
                  <a:pt x="158859" y="1626888"/>
                </a:lnTo>
                <a:lnTo>
                  <a:pt x="130366" y="1591744"/>
                </a:lnTo>
                <a:lnTo>
                  <a:pt x="104341" y="1554634"/>
                </a:lnTo>
                <a:lnTo>
                  <a:pt x="80909" y="1515681"/>
                </a:lnTo>
                <a:lnTo>
                  <a:pt x="60195" y="1475013"/>
                </a:lnTo>
                <a:lnTo>
                  <a:pt x="42323" y="1432754"/>
                </a:lnTo>
                <a:lnTo>
                  <a:pt x="27421" y="1389029"/>
                </a:lnTo>
                <a:lnTo>
                  <a:pt x="15612" y="1343964"/>
                </a:lnTo>
                <a:lnTo>
                  <a:pt x="7022" y="1297683"/>
                </a:lnTo>
                <a:lnTo>
                  <a:pt x="1776" y="1250312"/>
                </a:lnTo>
                <a:lnTo>
                  <a:pt x="0" y="1201977"/>
                </a:lnTo>
                <a:lnTo>
                  <a:pt x="0" y="647658"/>
                </a:lnTo>
                <a:lnTo>
                  <a:pt x="1776" y="599323"/>
                </a:lnTo>
                <a:lnTo>
                  <a:pt x="7022" y="551952"/>
                </a:lnTo>
                <a:lnTo>
                  <a:pt x="15612" y="505671"/>
                </a:lnTo>
                <a:lnTo>
                  <a:pt x="27421" y="460606"/>
                </a:lnTo>
                <a:lnTo>
                  <a:pt x="42323" y="416881"/>
                </a:lnTo>
                <a:lnTo>
                  <a:pt x="60195" y="374622"/>
                </a:lnTo>
                <a:lnTo>
                  <a:pt x="80909" y="333953"/>
                </a:lnTo>
                <a:lnTo>
                  <a:pt x="104341" y="295001"/>
                </a:lnTo>
                <a:lnTo>
                  <a:pt x="130367" y="257891"/>
                </a:lnTo>
                <a:lnTo>
                  <a:pt x="158859" y="222746"/>
                </a:lnTo>
                <a:lnTo>
                  <a:pt x="189694" y="189694"/>
                </a:lnTo>
                <a:lnTo>
                  <a:pt x="222747" y="158859"/>
                </a:lnTo>
                <a:lnTo>
                  <a:pt x="257891" y="130367"/>
                </a:lnTo>
                <a:lnTo>
                  <a:pt x="295001" y="104341"/>
                </a:lnTo>
                <a:lnTo>
                  <a:pt x="333953" y="80909"/>
                </a:lnTo>
                <a:lnTo>
                  <a:pt x="374622" y="60195"/>
                </a:lnTo>
                <a:lnTo>
                  <a:pt x="416881" y="42323"/>
                </a:lnTo>
                <a:lnTo>
                  <a:pt x="460606" y="27421"/>
                </a:lnTo>
                <a:lnTo>
                  <a:pt x="505671" y="15612"/>
                </a:lnTo>
                <a:lnTo>
                  <a:pt x="551952" y="7022"/>
                </a:lnTo>
                <a:lnTo>
                  <a:pt x="599323" y="1776"/>
                </a:lnTo>
                <a:lnTo>
                  <a:pt x="647658" y="0"/>
                </a:lnTo>
                <a:lnTo>
                  <a:pt x="8087772" y="0"/>
                </a:lnTo>
                <a:lnTo>
                  <a:pt x="8136108" y="1776"/>
                </a:lnTo>
                <a:lnTo>
                  <a:pt x="8183479" y="7022"/>
                </a:lnTo>
                <a:lnTo>
                  <a:pt x="8229759" y="15612"/>
                </a:lnTo>
                <a:lnTo>
                  <a:pt x="8274825" y="27421"/>
                </a:lnTo>
                <a:lnTo>
                  <a:pt x="8318550" y="42323"/>
                </a:lnTo>
                <a:lnTo>
                  <a:pt x="8360809" y="60194"/>
                </a:lnTo>
                <a:lnTo>
                  <a:pt x="8401477" y="80909"/>
                </a:lnTo>
                <a:lnTo>
                  <a:pt x="8440429" y="104341"/>
                </a:lnTo>
                <a:lnTo>
                  <a:pt x="8477540" y="130366"/>
                </a:lnTo>
                <a:lnTo>
                  <a:pt x="8512684" y="158859"/>
                </a:lnTo>
                <a:lnTo>
                  <a:pt x="8545736" y="189694"/>
                </a:lnTo>
                <a:lnTo>
                  <a:pt x="8576571" y="222746"/>
                </a:lnTo>
                <a:lnTo>
                  <a:pt x="8605064" y="257890"/>
                </a:lnTo>
                <a:lnTo>
                  <a:pt x="8631089" y="295001"/>
                </a:lnTo>
                <a:lnTo>
                  <a:pt x="8654522" y="333953"/>
                </a:lnTo>
                <a:lnTo>
                  <a:pt x="8675236" y="374621"/>
                </a:lnTo>
                <a:lnTo>
                  <a:pt x="8693107" y="416881"/>
                </a:lnTo>
                <a:lnTo>
                  <a:pt x="8708010" y="460606"/>
                </a:lnTo>
                <a:lnTo>
                  <a:pt x="8719819" y="505671"/>
                </a:lnTo>
                <a:lnTo>
                  <a:pt x="8728409" y="551952"/>
                </a:lnTo>
                <a:lnTo>
                  <a:pt x="8733655" y="599323"/>
                </a:lnTo>
                <a:lnTo>
                  <a:pt x="8734183" y="613715"/>
                </a:lnTo>
              </a:path>
            </a:pathLst>
          </a:custGeom>
          <a:ln w="76199">
            <a:solidFill>
              <a:srgbClr val="F162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2206" y="4078519"/>
            <a:ext cx="8734425" cy="1847850"/>
          </a:xfrm>
          <a:custGeom>
            <a:avLst/>
            <a:gdLst/>
            <a:ahLst/>
            <a:cxnLst/>
            <a:rect l="l" t="t" r="r" b="b"/>
            <a:pathLst>
              <a:path w="8734425" h="1847850">
                <a:moveTo>
                  <a:pt x="8734183" y="1235920"/>
                </a:moveTo>
                <a:lnTo>
                  <a:pt x="8728409" y="1297683"/>
                </a:lnTo>
                <a:lnTo>
                  <a:pt x="8719819" y="1343964"/>
                </a:lnTo>
                <a:lnTo>
                  <a:pt x="8708010" y="1389029"/>
                </a:lnTo>
                <a:lnTo>
                  <a:pt x="8693107" y="1432754"/>
                </a:lnTo>
                <a:lnTo>
                  <a:pt x="8675236" y="1475013"/>
                </a:lnTo>
                <a:lnTo>
                  <a:pt x="8654522" y="1515681"/>
                </a:lnTo>
                <a:lnTo>
                  <a:pt x="8631089" y="1554634"/>
                </a:lnTo>
                <a:lnTo>
                  <a:pt x="8605064" y="1591744"/>
                </a:lnTo>
                <a:lnTo>
                  <a:pt x="8576571" y="1626888"/>
                </a:lnTo>
                <a:lnTo>
                  <a:pt x="8545736" y="1659941"/>
                </a:lnTo>
                <a:lnTo>
                  <a:pt x="8512684" y="1690776"/>
                </a:lnTo>
                <a:lnTo>
                  <a:pt x="8477540" y="1719268"/>
                </a:lnTo>
                <a:lnTo>
                  <a:pt x="8440429" y="1745294"/>
                </a:lnTo>
                <a:lnTo>
                  <a:pt x="8401477" y="1768726"/>
                </a:lnTo>
                <a:lnTo>
                  <a:pt x="8360809" y="1789440"/>
                </a:lnTo>
                <a:lnTo>
                  <a:pt x="8318550" y="1807312"/>
                </a:lnTo>
                <a:lnTo>
                  <a:pt x="8274825" y="1822214"/>
                </a:lnTo>
                <a:lnTo>
                  <a:pt x="8229759" y="1834023"/>
                </a:lnTo>
                <a:lnTo>
                  <a:pt x="8183479" y="1842613"/>
                </a:lnTo>
                <a:lnTo>
                  <a:pt x="8136108" y="1847849"/>
                </a:lnTo>
              </a:path>
              <a:path w="8734425" h="1847850">
                <a:moveTo>
                  <a:pt x="599324" y="1847849"/>
                </a:moveTo>
                <a:lnTo>
                  <a:pt x="551952" y="1842613"/>
                </a:lnTo>
                <a:lnTo>
                  <a:pt x="505671" y="1834023"/>
                </a:lnTo>
                <a:lnTo>
                  <a:pt x="460606" y="1822214"/>
                </a:lnTo>
                <a:lnTo>
                  <a:pt x="416881" y="1807311"/>
                </a:lnTo>
                <a:lnTo>
                  <a:pt x="374621" y="1789440"/>
                </a:lnTo>
                <a:lnTo>
                  <a:pt x="333953" y="1768726"/>
                </a:lnTo>
                <a:lnTo>
                  <a:pt x="295001" y="1745293"/>
                </a:lnTo>
                <a:lnTo>
                  <a:pt x="257890" y="1719268"/>
                </a:lnTo>
                <a:lnTo>
                  <a:pt x="222746" y="1690776"/>
                </a:lnTo>
                <a:lnTo>
                  <a:pt x="189694" y="1659940"/>
                </a:lnTo>
                <a:lnTo>
                  <a:pt x="158859" y="1626888"/>
                </a:lnTo>
                <a:lnTo>
                  <a:pt x="130366" y="1591744"/>
                </a:lnTo>
                <a:lnTo>
                  <a:pt x="104341" y="1554634"/>
                </a:lnTo>
                <a:lnTo>
                  <a:pt x="80909" y="1515681"/>
                </a:lnTo>
                <a:lnTo>
                  <a:pt x="60194" y="1475013"/>
                </a:lnTo>
                <a:lnTo>
                  <a:pt x="42323" y="1432754"/>
                </a:lnTo>
                <a:lnTo>
                  <a:pt x="27421" y="1389029"/>
                </a:lnTo>
                <a:lnTo>
                  <a:pt x="15612" y="1343964"/>
                </a:lnTo>
                <a:lnTo>
                  <a:pt x="7022" y="1297683"/>
                </a:lnTo>
                <a:lnTo>
                  <a:pt x="1776" y="1250312"/>
                </a:lnTo>
                <a:lnTo>
                  <a:pt x="0" y="1201977"/>
                </a:lnTo>
                <a:lnTo>
                  <a:pt x="0" y="647658"/>
                </a:lnTo>
                <a:lnTo>
                  <a:pt x="1776" y="599322"/>
                </a:lnTo>
                <a:lnTo>
                  <a:pt x="7022" y="551952"/>
                </a:lnTo>
                <a:lnTo>
                  <a:pt x="15612" y="505671"/>
                </a:lnTo>
                <a:lnTo>
                  <a:pt x="27421" y="460606"/>
                </a:lnTo>
                <a:lnTo>
                  <a:pt x="42323" y="416881"/>
                </a:lnTo>
                <a:lnTo>
                  <a:pt x="60195" y="374622"/>
                </a:lnTo>
                <a:lnTo>
                  <a:pt x="80909" y="333953"/>
                </a:lnTo>
                <a:lnTo>
                  <a:pt x="104341" y="295001"/>
                </a:lnTo>
                <a:lnTo>
                  <a:pt x="130367" y="257891"/>
                </a:lnTo>
                <a:lnTo>
                  <a:pt x="158859" y="222746"/>
                </a:lnTo>
                <a:lnTo>
                  <a:pt x="189694" y="189694"/>
                </a:lnTo>
                <a:lnTo>
                  <a:pt x="222747" y="158859"/>
                </a:lnTo>
                <a:lnTo>
                  <a:pt x="257891" y="130366"/>
                </a:lnTo>
                <a:lnTo>
                  <a:pt x="295001" y="104341"/>
                </a:lnTo>
                <a:lnTo>
                  <a:pt x="333953" y="80909"/>
                </a:lnTo>
                <a:lnTo>
                  <a:pt x="374622" y="60195"/>
                </a:lnTo>
                <a:lnTo>
                  <a:pt x="416881" y="42323"/>
                </a:lnTo>
                <a:lnTo>
                  <a:pt x="460606" y="27421"/>
                </a:lnTo>
                <a:lnTo>
                  <a:pt x="505671" y="15612"/>
                </a:lnTo>
                <a:lnTo>
                  <a:pt x="551952" y="7022"/>
                </a:lnTo>
                <a:lnTo>
                  <a:pt x="599323" y="1776"/>
                </a:lnTo>
                <a:lnTo>
                  <a:pt x="647658" y="0"/>
                </a:lnTo>
                <a:lnTo>
                  <a:pt x="8087772" y="0"/>
                </a:lnTo>
                <a:lnTo>
                  <a:pt x="8136108" y="1776"/>
                </a:lnTo>
                <a:lnTo>
                  <a:pt x="8183479" y="7022"/>
                </a:lnTo>
                <a:lnTo>
                  <a:pt x="8229759" y="15612"/>
                </a:lnTo>
                <a:lnTo>
                  <a:pt x="8274825" y="27421"/>
                </a:lnTo>
                <a:lnTo>
                  <a:pt x="8318550" y="42323"/>
                </a:lnTo>
                <a:lnTo>
                  <a:pt x="8360809" y="60194"/>
                </a:lnTo>
                <a:lnTo>
                  <a:pt x="8401477" y="80909"/>
                </a:lnTo>
                <a:lnTo>
                  <a:pt x="8440429" y="104341"/>
                </a:lnTo>
                <a:lnTo>
                  <a:pt x="8477540" y="130366"/>
                </a:lnTo>
                <a:lnTo>
                  <a:pt x="8512684" y="158859"/>
                </a:lnTo>
                <a:lnTo>
                  <a:pt x="8545736" y="189694"/>
                </a:lnTo>
                <a:lnTo>
                  <a:pt x="8576571" y="222746"/>
                </a:lnTo>
                <a:lnTo>
                  <a:pt x="8605064" y="257890"/>
                </a:lnTo>
                <a:lnTo>
                  <a:pt x="8631089" y="295001"/>
                </a:lnTo>
                <a:lnTo>
                  <a:pt x="8654522" y="333953"/>
                </a:lnTo>
                <a:lnTo>
                  <a:pt x="8675236" y="374621"/>
                </a:lnTo>
                <a:lnTo>
                  <a:pt x="8693107" y="416881"/>
                </a:lnTo>
                <a:lnTo>
                  <a:pt x="8708010" y="460606"/>
                </a:lnTo>
                <a:lnTo>
                  <a:pt x="8719819" y="505671"/>
                </a:lnTo>
                <a:lnTo>
                  <a:pt x="8728409" y="551952"/>
                </a:lnTo>
                <a:lnTo>
                  <a:pt x="8733655" y="599322"/>
                </a:lnTo>
                <a:lnTo>
                  <a:pt x="8734183" y="613715"/>
                </a:lnTo>
              </a:path>
            </a:pathLst>
          </a:custGeom>
          <a:ln w="76199">
            <a:solidFill>
              <a:srgbClr val="4058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2836" y="6194298"/>
            <a:ext cx="8782890" cy="318922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9532142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89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89" y="0"/>
                </a:lnTo>
                <a:lnTo>
                  <a:pt x="18287589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2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89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89" y="0"/>
                </a:lnTo>
                <a:lnTo>
                  <a:pt x="18287589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4086" y="216339"/>
            <a:ext cx="12251549" cy="1144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8618" y="2195309"/>
            <a:ext cx="8338184" cy="296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 u="sng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51948" y="9657783"/>
            <a:ext cx="3446779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08251" y="9657783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97532" y="1525849"/>
            <a:ext cx="6953250" cy="7734300"/>
            <a:chOff x="8897532" y="1525849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8897532" y="1525849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35877" y="3336594"/>
              <a:ext cx="4805263" cy="513830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04086" y="216339"/>
            <a:ext cx="121304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25" dirty="0">
                <a:solidFill>
                  <a:srgbClr val="1F497D"/>
                </a:solidFill>
              </a:rPr>
              <a:t>SMART</a:t>
            </a:r>
            <a:r>
              <a:rPr sz="6000" spc="-80" dirty="0">
                <a:solidFill>
                  <a:srgbClr val="1F497D"/>
                </a:solidFill>
              </a:rPr>
              <a:t> </a:t>
            </a:r>
            <a:r>
              <a:rPr sz="6000" spc="140" dirty="0">
                <a:solidFill>
                  <a:srgbClr val="1F497D"/>
                </a:solidFill>
              </a:rPr>
              <a:t>INDIA</a:t>
            </a:r>
            <a:r>
              <a:rPr sz="6000" spc="-80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HACKATHON</a:t>
            </a:r>
            <a:r>
              <a:rPr sz="6000" spc="-75" dirty="0">
                <a:solidFill>
                  <a:srgbClr val="1F497D"/>
                </a:solidFill>
              </a:rPr>
              <a:t> </a:t>
            </a:r>
            <a:r>
              <a:rPr sz="6000" spc="-90" dirty="0">
                <a:solidFill>
                  <a:srgbClr val="1F497D"/>
                </a:solidFill>
              </a:rPr>
              <a:t>202</a:t>
            </a:r>
            <a:r>
              <a:rPr lang="en-US" sz="6000" spc="-90" dirty="0">
                <a:solidFill>
                  <a:srgbClr val="1F497D"/>
                </a:solidFill>
              </a:rPr>
              <a:t>6</a:t>
            </a:r>
            <a:endParaRPr sz="600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8948" y="3425561"/>
            <a:ext cx="133349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53344" y="2980426"/>
            <a:ext cx="8936355" cy="212866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3600" b="1" dirty="0">
                <a:latin typeface="Arial"/>
                <a:cs typeface="Arial"/>
              </a:rPr>
              <a:t>Problem</a:t>
            </a:r>
            <a:r>
              <a:rPr sz="3600" b="1" spc="28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Statement</a:t>
            </a:r>
            <a:r>
              <a:rPr sz="3600" b="1" spc="29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ID</a:t>
            </a:r>
            <a:r>
              <a:rPr sz="3600" b="1" spc="28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–</a:t>
            </a:r>
            <a:r>
              <a:rPr sz="3600" b="1" spc="290" dirty="0">
                <a:latin typeface="Arial"/>
                <a:cs typeface="Arial"/>
              </a:rPr>
              <a:t> </a:t>
            </a:r>
            <a:r>
              <a:rPr lang="en-US" sz="3600" spc="290" dirty="0">
                <a:latin typeface="Arial"/>
                <a:cs typeface="Arial"/>
              </a:rPr>
              <a:t>PS7</a:t>
            </a: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31900"/>
              </a:lnSpc>
              <a:tabLst>
                <a:tab pos="2289175" algn="l"/>
                <a:tab pos="4961890" algn="l"/>
                <a:tab pos="6494145" algn="l"/>
              </a:tabLst>
            </a:pPr>
            <a:r>
              <a:rPr sz="3600" b="1" spc="-10" dirty="0">
                <a:latin typeface="Arial"/>
                <a:cs typeface="Arial"/>
              </a:rPr>
              <a:t>Problem</a:t>
            </a:r>
            <a:r>
              <a:rPr sz="3600" b="1" dirty="0">
                <a:latin typeface="Arial"/>
                <a:cs typeface="Arial"/>
              </a:rPr>
              <a:t>	</a:t>
            </a:r>
            <a:r>
              <a:rPr sz="3600" b="1" spc="-10" dirty="0">
                <a:latin typeface="Arial"/>
                <a:cs typeface="Arial"/>
              </a:rPr>
              <a:t>Statement</a:t>
            </a:r>
            <a:r>
              <a:rPr sz="3600" b="1" dirty="0">
                <a:latin typeface="Arial"/>
                <a:cs typeface="Arial"/>
              </a:rPr>
              <a:t>	Title-	</a:t>
            </a:r>
            <a:r>
              <a:rPr lang="en-IN" sz="3600" dirty="0"/>
              <a:t>AI‑Powered UI Generator for CMS‑Bound Interfaces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8948" y="4149461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8948" y="5597261"/>
            <a:ext cx="133349" cy="133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53344" y="5152126"/>
            <a:ext cx="6850380" cy="29447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004695" algn="l"/>
                <a:tab pos="4726940" algn="l"/>
              </a:tabLst>
            </a:pPr>
            <a:r>
              <a:rPr sz="3600" b="1" dirty="0">
                <a:latin typeface="Arial"/>
                <a:cs typeface="Arial"/>
              </a:rPr>
              <a:t>Theme-	</a:t>
            </a:r>
            <a:r>
              <a:rPr lang="en-IN" sz="3600" dirty="0"/>
              <a:t>Software Innovation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3600" b="1" dirty="0">
                <a:latin typeface="Arial"/>
                <a:cs typeface="Arial"/>
              </a:rPr>
              <a:t>PS</a:t>
            </a:r>
            <a:r>
              <a:rPr sz="3600" b="1" spc="32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Category-</a:t>
            </a:r>
            <a:r>
              <a:rPr sz="3600" b="1" spc="330" dirty="0">
                <a:latin typeface="Arial"/>
                <a:cs typeface="Arial"/>
              </a:rPr>
              <a:t> </a:t>
            </a:r>
            <a:r>
              <a:rPr sz="3600" spc="-10" dirty="0">
                <a:latin typeface="Arial MT"/>
                <a:cs typeface="Arial MT"/>
              </a:rPr>
              <a:t>Software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3600" b="1" dirty="0">
                <a:latin typeface="Arial"/>
                <a:cs typeface="Arial"/>
              </a:rPr>
              <a:t>Team</a:t>
            </a:r>
            <a:r>
              <a:rPr sz="3600" b="1" spc="2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ID-</a:t>
            </a:r>
            <a:r>
              <a:rPr sz="3600" b="1" spc="225" dirty="0">
                <a:latin typeface="Arial"/>
                <a:cs typeface="Arial"/>
              </a:rPr>
              <a:t> </a:t>
            </a:r>
            <a:r>
              <a:rPr lang="en-IN" sz="3600" spc="-25" dirty="0">
                <a:latin typeface="Arial MT"/>
                <a:cs typeface="Arial"/>
              </a:rPr>
              <a:t>T27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3600" b="1" dirty="0">
                <a:latin typeface="Arial"/>
                <a:cs typeface="Arial"/>
              </a:rPr>
              <a:t>Team</a:t>
            </a:r>
            <a:r>
              <a:rPr sz="3600" b="1" spc="21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Name</a:t>
            </a:r>
            <a:r>
              <a:rPr sz="3600" b="1" spc="2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-</a:t>
            </a:r>
            <a:r>
              <a:rPr sz="3600" b="1" spc="215" dirty="0">
                <a:latin typeface="Arial"/>
                <a:cs typeface="Arial"/>
              </a:rPr>
              <a:t> </a:t>
            </a:r>
            <a:r>
              <a:rPr lang="en-US" sz="3600" spc="-10" dirty="0">
                <a:latin typeface="Arial MT"/>
                <a:cs typeface="Arial"/>
              </a:rPr>
              <a:t>NEXUS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8948" y="7045060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8948" y="7768960"/>
            <a:ext cx="133349" cy="1333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E98E97-E5E9-6A31-E11C-67834EA11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4514" y="0"/>
            <a:ext cx="3420152" cy="23227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2FA985C7-3ED6-3F18-4C56-1A4824799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2" b="10000"/>
          <a:stretch>
            <a:fillRect/>
          </a:stretch>
        </p:blipFill>
        <p:spPr>
          <a:xfrm>
            <a:off x="0" y="1387631"/>
            <a:ext cx="18288000" cy="817546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-762000" y="172368"/>
            <a:ext cx="17476394" cy="1103063"/>
          </a:xfrm>
          <a:prstGeom prst="rect">
            <a:avLst/>
          </a:prstGeom>
        </p:spPr>
        <p:txBody>
          <a:bodyPr vert="horz" wrap="square" lIns="0" tIns="269435" rIns="0" bIns="0" rtlCol="0">
            <a:spAutoFit/>
          </a:bodyPr>
          <a:lstStyle/>
          <a:p>
            <a:pPr marL="5140325">
              <a:lnSpc>
                <a:spcPct val="100000"/>
              </a:lnSpc>
              <a:spcBef>
                <a:spcPts val="100"/>
              </a:spcBef>
            </a:pPr>
            <a:r>
              <a:rPr lang="en-IN" dirty="0" err="1"/>
              <a:t>UIForge</a:t>
            </a:r>
            <a:r>
              <a:rPr lang="en-IN" dirty="0"/>
              <a:t>: AI‑Powered UI Generator</a:t>
            </a:r>
            <a:endParaRPr spc="-1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7D9F7BE-80A1-5419-205E-4E1A2EE2516C}"/>
              </a:ext>
            </a:extLst>
          </p:cNvPr>
          <p:cNvGrpSpPr/>
          <p:nvPr/>
        </p:nvGrpSpPr>
        <p:grpSpPr>
          <a:xfrm>
            <a:off x="475609" y="92338"/>
            <a:ext cx="1916430" cy="1248410"/>
            <a:chOff x="475609" y="92338"/>
            <a:chExt cx="1916430" cy="1248410"/>
          </a:xfrm>
        </p:grpSpPr>
        <p:sp>
          <p:nvSpPr>
            <p:cNvPr id="11" name="object 11"/>
            <p:cNvSpPr/>
            <p:nvPr/>
          </p:nvSpPr>
          <p:spPr>
            <a:xfrm>
              <a:off x="475609" y="9233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932908" y="472457"/>
              <a:ext cx="1058366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b="1" spc="-10" dirty="0">
                  <a:latin typeface="Calibri"/>
                  <a:cs typeface="Calibri"/>
                </a:rPr>
                <a:t>NEXUS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6B08AC9-B2AC-A7AA-370F-6CEDC89C3026}"/>
              </a:ext>
            </a:extLst>
          </p:cNvPr>
          <p:cNvGrpSpPr/>
          <p:nvPr/>
        </p:nvGrpSpPr>
        <p:grpSpPr>
          <a:xfrm>
            <a:off x="14869743" y="0"/>
            <a:ext cx="3418257" cy="2324099"/>
            <a:chOff x="14869743" y="0"/>
            <a:chExt cx="3418257" cy="2324099"/>
          </a:xfrm>
        </p:grpSpPr>
        <p:pic>
          <p:nvPicPr>
            <p:cNvPr id="71" name="object 11">
              <a:extLst>
                <a:ext uri="{FF2B5EF4-FFF2-40B4-BE49-F238E27FC236}">
                  <a16:creationId xmlns:a16="http://schemas.microsoft.com/office/drawing/2014/main" id="{3EF28920-031C-5431-1D45-B6779A685E6B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74" t="21795" r="10716"/>
            <a:stretch>
              <a:fillRect/>
            </a:stretch>
          </p:blipFill>
          <p:spPr>
            <a:xfrm>
              <a:off x="16371569" y="0"/>
              <a:ext cx="1916431" cy="2324099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675A487-80FC-7E88-05C8-B6373BD29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69743" y="815"/>
              <a:ext cx="1517066" cy="15170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A230F086-336D-3B50-9294-E89B99FE1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4" b="14063"/>
          <a:stretch>
            <a:fillRect/>
          </a:stretch>
        </p:blipFill>
        <p:spPr>
          <a:xfrm>
            <a:off x="0" y="1683304"/>
            <a:ext cx="18288000" cy="8718392"/>
          </a:xfrm>
          <a:prstGeom prst="rect">
            <a:avLst/>
          </a:prstGeom>
          <a:solidFill>
            <a:srgbClr val="F6F8F9">
              <a:alpha val="49000"/>
            </a:srgbClr>
          </a:solidFill>
        </p:spPr>
      </p:pic>
      <p:sp>
        <p:nvSpPr>
          <p:cNvPr id="2" name="object 2"/>
          <p:cNvSpPr txBox="1"/>
          <p:nvPr/>
        </p:nvSpPr>
        <p:spPr>
          <a:xfrm>
            <a:off x="4920358" y="473075"/>
            <a:ext cx="84220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Times New Roman"/>
                <a:cs typeface="Times New Roman"/>
              </a:rPr>
              <a:t>TECHNICAL</a:t>
            </a:r>
            <a:r>
              <a:rPr sz="5400" b="1" spc="305" dirty="0">
                <a:latin typeface="Times New Roman"/>
                <a:cs typeface="Times New Roman"/>
              </a:rPr>
              <a:t> </a:t>
            </a:r>
            <a:r>
              <a:rPr sz="5400" b="1" spc="95" dirty="0">
                <a:latin typeface="Times New Roman"/>
                <a:cs typeface="Times New Roman"/>
              </a:rPr>
              <a:t>APPROACH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3942" y="85645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8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92355" y="17779"/>
                </a:lnTo>
                <a:lnTo>
                  <a:pt x="957929" y="17779"/>
                </a:lnTo>
                <a:lnTo>
                  <a:pt x="957929" y="3682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1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4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9" y="448309"/>
                </a:lnTo>
                <a:lnTo>
                  <a:pt x="1795706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60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6829"/>
                </a:lnTo>
                <a:lnTo>
                  <a:pt x="957929" y="17779"/>
                </a:lnTo>
                <a:lnTo>
                  <a:pt x="1192355" y="1777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4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7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3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14076" y="662939"/>
                </a:lnTo>
                <a:lnTo>
                  <a:pt x="1908803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7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4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8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31242" y="434895"/>
            <a:ext cx="100139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700" spc="-10" dirty="0">
                <a:latin typeface="Calibri"/>
                <a:cs typeface="Calibri"/>
              </a:rPr>
              <a:t>NEXUS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186F8EB-E76B-BE49-6D4A-B8C7F72B1DC6}"/>
              </a:ext>
            </a:extLst>
          </p:cNvPr>
          <p:cNvGrpSpPr/>
          <p:nvPr/>
        </p:nvGrpSpPr>
        <p:grpSpPr>
          <a:xfrm>
            <a:off x="14869743" y="0"/>
            <a:ext cx="3418257" cy="2324099"/>
            <a:chOff x="14869743" y="0"/>
            <a:chExt cx="3418257" cy="2324099"/>
          </a:xfrm>
        </p:grpSpPr>
        <p:pic>
          <p:nvPicPr>
            <p:cNvPr id="40" name="object 11">
              <a:extLst>
                <a:ext uri="{FF2B5EF4-FFF2-40B4-BE49-F238E27FC236}">
                  <a16:creationId xmlns:a16="http://schemas.microsoft.com/office/drawing/2014/main" id="{990E5127-0830-0EA9-FCA7-3E475411882D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74" t="21795" r="10716"/>
            <a:stretch>
              <a:fillRect/>
            </a:stretch>
          </p:blipFill>
          <p:spPr>
            <a:xfrm>
              <a:off x="16371569" y="0"/>
              <a:ext cx="1916431" cy="232409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DBA5D6A-043D-A533-3D02-F6029A322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69743" y="815"/>
              <a:ext cx="1517066" cy="15170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E56D38-DA91-B013-F7F6-0D3E83195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8"/>
          <a:stretch>
            <a:fillRect/>
          </a:stretch>
        </p:blipFill>
        <p:spPr>
          <a:xfrm>
            <a:off x="0" y="1333500"/>
            <a:ext cx="18288000" cy="895268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710AF02-270D-66C0-FFD8-80107C0838B6}"/>
              </a:ext>
            </a:extLst>
          </p:cNvPr>
          <p:cNvGrpSpPr/>
          <p:nvPr/>
        </p:nvGrpSpPr>
        <p:grpSpPr>
          <a:xfrm>
            <a:off x="14869743" y="0"/>
            <a:ext cx="3418257" cy="2324099"/>
            <a:chOff x="14869743" y="0"/>
            <a:chExt cx="3418257" cy="2324099"/>
          </a:xfrm>
        </p:grpSpPr>
        <p:pic>
          <p:nvPicPr>
            <p:cNvPr id="6" name="object 11">
              <a:extLst>
                <a:ext uri="{FF2B5EF4-FFF2-40B4-BE49-F238E27FC236}">
                  <a16:creationId xmlns:a16="http://schemas.microsoft.com/office/drawing/2014/main" id="{1BC05C8C-19C4-D95B-53A5-9C332940590D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74" t="21795" r="10716"/>
            <a:stretch>
              <a:fillRect/>
            </a:stretch>
          </p:blipFill>
          <p:spPr>
            <a:xfrm>
              <a:off x="16371569" y="0"/>
              <a:ext cx="1916431" cy="232409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1440D0-3DA1-305E-3C6B-BFEF73332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69743" y="815"/>
              <a:ext cx="1517066" cy="1517066"/>
            </a:xfrm>
            <a:prstGeom prst="rect">
              <a:avLst/>
            </a:prstGeom>
          </p:spPr>
        </p:pic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C1508910-71E2-52A7-F1B7-EADA9D983DEF}"/>
              </a:ext>
            </a:extLst>
          </p:cNvPr>
          <p:cNvSpPr/>
          <p:nvPr/>
        </p:nvSpPr>
        <p:spPr>
          <a:xfrm>
            <a:off x="475609" y="9233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 descr="$PPTXTitle">
            <a:extLst>
              <a:ext uri="{FF2B5EF4-FFF2-40B4-BE49-F238E27FC236}">
                <a16:creationId xmlns:a16="http://schemas.microsoft.com/office/drawing/2014/main" id="{4A8A8E61-EF63-7405-8626-216F50369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127" y="467755"/>
            <a:ext cx="145891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>
                <a:latin typeface="Calibri"/>
                <a:cs typeface="Calibri"/>
              </a:rPr>
              <a:t>NEXUS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782E7-51F0-F033-E893-058E46B941AD}"/>
              </a:ext>
            </a:extLst>
          </p:cNvPr>
          <p:cNvSpPr txBox="1"/>
          <p:nvPr/>
        </p:nvSpPr>
        <p:spPr>
          <a:xfrm>
            <a:off x="4267200" y="244411"/>
            <a:ext cx="83375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18158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776811" y="143491"/>
            <a:ext cx="1787525" cy="1165860"/>
          </a:xfrm>
          <a:custGeom>
            <a:avLst/>
            <a:gdLst/>
            <a:ahLst/>
            <a:cxnLst/>
            <a:rect l="l" t="t" r="r" b="b"/>
            <a:pathLst>
              <a:path w="1787525" h="1165860">
                <a:moveTo>
                  <a:pt x="510" y="572370"/>
                </a:moveTo>
                <a:lnTo>
                  <a:pt x="1824" y="545925"/>
                </a:lnTo>
                <a:lnTo>
                  <a:pt x="1937" y="543651"/>
                </a:lnTo>
                <a:lnTo>
                  <a:pt x="7663" y="505422"/>
                </a:lnTo>
                <a:lnTo>
                  <a:pt x="17053" y="468037"/>
                </a:lnTo>
                <a:lnTo>
                  <a:pt x="29978" y="431566"/>
                </a:lnTo>
                <a:lnTo>
                  <a:pt x="46313" y="396079"/>
                </a:lnTo>
                <a:lnTo>
                  <a:pt x="65930" y="361646"/>
                </a:lnTo>
                <a:lnTo>
                  <a:pt x="88702" y="328335"/>
                </a:lnTo>
                <a:lnTo>
                  <a:pt x="114504" y="296216"/>
                </a:lnTo>
                <a:lnTo>
                  <a:pt x="143207" y="265359"/>
                </a:lnTo>
                <a:lnTo>
                  <a:pt x="174686" y="235833"/>
                </a:lnTo>
                <a:lnTo>
                  <a:pt x="208813" y="207709"/>
                </a:lnTo>
                <a:lnTo>
                  <a:pt x="245461" y="181054"/>
                </a:lnTo>
                <a:lnTo>
                  <a:pt x="284505" y="155940"/>
                </a:lnTo>
                <a:lnTo>
                  <a:pt x="325816" y="132435"/>
                </a:lnTo>
                <a:lnTo>
                  <a:pt x="369269" y="110610"/>
                </a:lnTo>
                <a:lnTo>
                  <a:pt x="414736" y="90533"/>
                </a:lnTo>
                <a:lnTo>
                  <a:pt x="462090" y="72274"/>
                </a:lnTo>
                <a:lnTo>
                  <a:pt x="511206" y="55902"/>
                </a:lnTo>
                <a:lnTo>
                  <a:pt x="561955" y="41488"/>
                </a:lnTo>
                <a:lnTo>
                  <a:pt x="614212" y="29101"/>
                </a:lnTo>
                <a:lnTo>
                  <a:pt x="667849" y="18810"/>
                </a:lnTo>
                <a:lnTo>
                  <a:pt x="722739" y="10685"/>
                </a:lnTo>
                <a:lnTo>
                  <a:pt x="778757" y="4795"/>
                </a:lnTo>
                <a:lnTo>
                  <a:pt x="835775" y="1210"/>
                </a:lnTo>
                <a:lnTo>
                  <a:pt x="893665" y="0"/>
                </a:lnTo>
                <a:lnTo>
                  <a:pt x="951556" y="1210"/>
                </a:lnTo>
                <a:lnTo>
                  <a:pt x="1008574" y="4795"/>
                </a:lnTo>
                <a:lnTo>
                  <a:pt x="1064591" y="10685"/>
                </a:lnTo>
                <a:lnTo>
                  <a:pt x="1112468" y="17772"/>
                </a:lnTo>
                <a:lnTo>
                  <a:pt x="893665" y="17772"/>
                </a:lnTo>
                <a:lnTo>
                  <a:pt x="893665" y="35544"/>
                </a:lnTo>
                <a:lnTo>
                  <a:pt x="834020" y="36837"/>
                </a:lnTo>
                <a:lnTo>
                  <a:pt x="775588" y="40659"/>
                </a:lnTo>
                <a:lnTo>
                  <a:pt x="718489" y="46919"/>
                </a:lnTo>
                <a:lnTo>
                  <a:pt x="662840" y="55528"/>
                </a:lnTo>
                <a:lnTo>
                  <a:pt x="608759" y="66395"/>
                </a:lnTo>
                <a:lnTo>
                  <a:pt x="556362" y="79431"/>
                </a:lnTo>
                <a:lnTo>
                  <a:pt x="505769" y="94546"/>
                </a:lnTo>
                <a:lnTo>
                  <a:pt x="457096" y="111651"/>
                </a:lnTo>
                <a:lnTo>
                  <a:pt x="410461" y="130655"/>
                </a:lnTo>
                <a:lnTo>
                  <a:pt x="365982" y="151469"/>
                </a:lnTo>
                <a:lnTo>
                  <a:pt x="323777" y="174004"/>
                </a:lnTo>
                <a:lnTo>
                  <a:pt x="283963" y="198169"/>
                </a:lnTo>
                <a:lnTo>
                  <a:pt x="246658" y="223874"/>
                </a:lnTo>
                <a:lnTo>
                  <a:pt x="211979" y="251031"/>
                </a:lnTo>
                <a:lnTo>
                  <a:pt x="180045" y="279549"/>
                </a:lnTo>
                <a:lnTo>
                  <a:pt x="150973" y="309338"/>
                </a:lnTo>
                <a:lnTo>
                  <a:pt x="124880" y="340309"/>
                </a:lnTo>
                <a:lnTo>
                  <a:pt x="101885" y="372372"/>
                </a:lnTo>
                <a:lnTo>
                  <a:pt x="82104" y="405437"/>
                </a:lnTo>
                <a:lnTo>
                  <a:pt x="52658" y="474215"/>
                </a:lnTo>
                <a:lnTo>
                  <a:pt x="37484" y="545925"/>
                </a:lnTo>
                <a:lnTo>
                  <a:pt x="36483" y="564883"/>
                </a:lnTo>
                <a:lnTo>
                  <a:pt x="7997" y="564883"/>
                </a:lnTo>
                <a:lnTo>
                  <a:pt x="510" y="572370"/>
                </a:lnTo>
                <a:close/>
              </a:path>
              <a:path w="1787525" h="1165860">
                <a:moveTo>
                  <a:pt x="1200298" y="1129766"/>
                </a:moveTo>
                <a:lnTo>
                  <a:pt x="893665" y="1129766"/>
                </a:lnTo>
                <a:lnTo>
                  <a:pt x="953311" y="1128473"/>
                </a:lnTo>
                <a:lnTo>
                  <a:pt x="1011742" y="1124651"/>
                </a:lnTo>
                <a:lnTo>
                  <a:pt x="1068841" y="1118391"/>
                </a:lnTo>
                <a:lnTo>
                  <a:pt x="1124490" y="1109782"/>
                </a:lnTo>
                <a:lnTo>
                  <a:pt x="1178572" y="1098915"/>
                </a:lnTo>
                <a:lnTo>
                  <a:pt x="1230968" y="1085879"/>
                </a:lnTo>
                <a:lnTo>
                  <a:pt x="1281562" y="1070764"/>
                </a:lnTo>
                <a:lnTo>
                  <a:pt x="1330235" y="1053659"/>
                </a:lnTo>
                <a:lnTo>
                  <a:pt x="1376870" y="1034655"/>
                </a:lnTo>
                <a:lnTo>
                  <a:pt x="1421348" y="1013841"/>
                </a:lnTo>
                <a:lnTo>
                  <a:pt x="1463554" y="991306"/>
                </a:lnTo>
                <a:lnTo>
                  <a:pt x="1503368" y="967141"/>
                </a:lnTo>
                <a:lnTo>
                  <a:pt x="1540673" y="941436"/>
                </a:lnTo>
                <a:lnTo>
                  <a:pt x="1575351" y="914279"/>
                </a:lnTo>
                <a:lnTo>
                  <a:pt x="1607285" y="885761"/>
                </a:lnTo>
                <a:lnTo>
                  <a:pt x="1636358" y="855972"/>
                </a:lnTo>
                <a:lnTo>
                  <a:pt x="1662450" y="825001"/>
                </a:lnTo>
                <a:lnTo>
                  <a:pt x="1685446" y="792938"/>
                </a:lnTo>
                <a:lnTo>
                  <a:pt x="1705226" y="759873"/>
                </a:lnTo>
                <a:lnTo>
                  <a:pt x="1734672" y="691095"/>
                </a:lnTo>
                <a:lnTo>
                  <a:pt x="1749846" y="619385"/>
                </a:lnTo>
                <a:lnTo>
                  <a:pt x="1751787" y="582655"/>
                </a:lnTo>
                <a:lnTo>
                  <a:pt x="1749846" y="545925"/>
                </a:lnTo>
                <a:lnTo>
                  <a:pt x="1734676" y="474215"/>
                </a:lnTo>
                <a:lnTo>
                  <a:pt x="1705236" y="405437"/>
                </a:lnTo>
                <a:lnTo>
                  <a:pt x="1685458" y="372372"/>
                </a:lnTo>
                <a:lnTo>
                  <a:pt x="1662467" y="340309"/>
                </a:lnTo>
                <a:lnTo>
                  <a:pt x="1636377" y="309338"/>
                </a:lnTo>
                <a:lnTo>
                  <a:pt x="1607309" y="279549"/>
                </a:lnTo>
                <a:lnTo>
                  <a:pt x="1575378" y="251031"/>
                </a:lnTo>
                <a:lnTo>
                  <a:pt x="1540703" y="223874"/>
                </a:lnTo>
                <a:lnTo>
                  <a:pt x="1503401" y="198169"/>
                </a:lnTo>
                <a:lnTo>
                  <a:pt x="1463589" y="174004"/>
                </a:lnTo>
                <a:lnTo>
                  <a:pt x="1421386" y="151469"/>
                </a:lnTo>
                <a:lnTo>
                  <a:pt x="1376909" y="130655"/>
                </a:lnTo>
                <a:lnTo>
                  <a:pt x="1330274" y="111651"/>
                </a:lnTo>
                <a:lnTo>
                  <a:pt x="1281601" y="94546"/>
                </a:lnTo>
                <a:lnTo>
                  <a:pt x="1231006" y="79431"/>
                </a:lnTo>
                <a:lnTo>
                  <a:pt x="1178607" y="66395"/>
                </a:lnTo>
                <a:lnTo>
                  <a:pt x="1124521" y="55528"/>
                </a:lnTo>
                <a:lnTo>
                  <a:pt x="1068867" y="46919"/>
                </a:lnTo>
                <a:lnTo>
                  <a:pt x="1011761" y="40659"/>
                </a:lnTo>
                <a:lnTo>
                  <a:pt x="953321" y="36837"/>
                </a:lnTo>
                <a:lnTo>
                  <a:pt x="893665" y="35544"/>
                </a:lnTo>
                <a:lnTo>
                  <a:pt x="893665" y="17772"/>
                </a:lnTo>
                <a:lnTo>
                  <a:pt x="1112468" y="17772"/>
                </a:lnTo>
                <a:lnTo>
                  <a:pt x="1119482" y="18810"/>
                </a:lnTo>
                <a:lnTo>
                  <a:pt x="1173119" y="29101"/>
                </a:lnTo>
                <a:lnTo>
                  <a:pt x="1225376" y="41488"/>
                </a:lnTo>
                <a:lnTo>
                  <a:pt x="1276125" y="55902"/>
                </a:lnTo>
                <a:lnTo>
                  <a:pt x="1325240" y="72274"/>
                </a:lnTo>
                <a:lnTo>
                  <a:pt x="1372595" y="90533"/>
                </a:lnTo>
                <a:lnTo>
                  <a:pt x="1418062" y="110610"/>
                </a:lnTo>
                <a:lnTo>
                  <a:pt x="1461515" y="132435"/>
                </a:lnTo>
                <a:lnTo>
                  <a:pt x="1502826" y="155940"/>
                </a:lnTo>
                <a:lnTo>
                  <a:pt x="1541869" y="181054"/>
                </a:lnTo>
                <a:lnTo>
                  <a:pt x="1578518" y="207709"/>
                </a:lnTo>
                <a:lnTo>
                  <a:pt x="1612645" y="235833"/>
                </a:lnTo>
                <a:lnTo>
                  <a:pt x="1644124" y="265359"/>
                </a:lnTo>
                <a:lnTo>
                  <a:pt x="1672827" y="296216"/>
                </a:lnTo>
                <a:lnTo>
                  <a:pt x="1698628" y="328335"/>
                </a:lnTo>
                <a:lnTo>
                  <a:pt x="1721401" y="361646"/>
                </a:lnTo>
                <a:lnTo>
                  <a:pt x="1741018" y="396079"/>
                </a:lnTo>
                <a:lnTo>
                  <a:pt x="1757353" y="431566"/>
                </a:lnTo>
                <a:lnTo>
                  <a:pt x="1770278" y="468037"/>
                </a:lnTo>
                <a:lnTo>
                  <a:pt x="1779667" y="505422"/>
                </a:lnTo>
                <a:lnTo>
                  <a:pt x="1785394" y="543651"/>
                </a:lnTo>
                <a:lnTo>
                  <a:pt x="1787331" y="582655"/>
                </a:lnTo>
                <a:lnTo>
                  <a:pt x="1785507" y="619385"/>
                </a:lnTo>
                <a:lnTo>
                  <a:pt x="1779667" y="659888"/>
                </a:lnTo>
                <a:lnTo>
                  <a:pt x="1770278" y="697273"/>
                </a:lnTo>
                <a:lnTo>
                  <a:pt x="1757353" y="733744"/>
                </a:lnTo>
                <a:lnTo>
                  <a:pt x="1741018" y="769231"/>
                </a:lnTo>
                <a:lnTo>
                  <a:pt x="1721401" y="803664"/>
                </a:lnTo>
                <a:lnTo>
                  <a:pt x="1698628" y="836975"/>
                </a:lnTo>
                <a:lnTo>
                  <a:pt x="1672827" y="869094"/>
                </a:lnTo>
                <a:lnTo>
                  <a:pt x="1644124" y="899951"/>
                </a:lnTo>
                <a:lnTo>
                  <a:pt x="1612645" y="929477"/>
                </a:lnTo>
                <a:lnTo>
                  <a:pt x="1578518" y="957601"/>
                </a:lnTo>
                <a:lnTo>
                  <a:pt x="1541869" y="984256"/>
                </a:lnTo>
                <a:lnTo>
                  <a:pt x="1502826" y="1009370"/>
                </a:lnTo>
                <a:lnTo>
                  <a:pt x="1461515" y="1032875"/>
                </a:lnTo>
                <a:lnTo>
                  <a:pt x="1418062" y="1054700"/>
                </a:lnTo>
                <a:lnTo>
                  <a:pt x="1372595" y="1074777"/>
                </a:lnTo>
                <a:lnTo>
                  <a:pt x="1325240" y="1093036"/>
                </a:lnTo>
                <a:lnTo>
                  <a:pt x="1276125" y="1109408"/>
                </a:lnTo>
                <a:lnTo>
                  <a:pt x="1225376" y="1123822"/>
                </a:lnTo>
                <a:lnTo>
                  <a:pt x="1200298" y="1129766"/>
                </a:lnTo>
                <a:close/>
              </a:path>
              <a:path w="1787525" h="1165860">
                <a:moveTo>
                  <a:pt x="27546" y="600427"/>
                </a:moveTo>
                <a:lnTo>
                  <a:pt x="7997" y="600427"/>
                </a:lnTo>
                <a:lnTo>
                  <a:pt x="510" y="592940"/>
                </a:lnTo>
                <a:lnTo>
                  <a:pt x="0" y="582655"/>
                </a:lnTo>
                <a:lnTo>
                  <a:pt x="485" y="572880"/>
                </a:lnTo>
                <a:lnTo>
                  <a:pt x="510" y="572370"/>
                </a:lnTo>
                <a:lnTo>
                  <a:pt x="7997" y="564883"/>
                </a:lnTo>
                <a:lnTo>
                  <a:pt x="27546" y="564883"/>
                </a:lnTo>
                <a:lnTo>
                  <a:pt x="35544" y="572880"/>
                </a:lnTo>
                <a:lnTo>
                  <a:pt x="35544" y="592430"/>
                </a:lnTo>
                <a:lnTo>
                  <a:pt x="27546" y="600427"/>
                </a:lnTo>
                <a:close/>
              </a:path>
              <a:path w="1787525" h="1165860">
                <a:moveTo>
                  <a:pt x="35544" y="582655"/>
                </a:moveTo>
                <a:lnTo>
                  <a:pt x="35544" y="572880"/>
                </a:lnTo>
                <a:lnTo>
                  <a:pt x="27546" y="564883"/>
                </a:lnTo>
                <a:lnTo>
                  <a:pt x="36483" y="564883"/>
                </a:lnTo>
                <a:lnTo>
                  <a:pt x="35544" y="582655"/>
                </a:lnTo>
                <a:close/>
              </a:path>
              <a:path w="1787525" h="1165860">
                <a:moveTo>
                  <a:pt x="0" y="582655"/>
                </a:moveTo>
                <a:lnTo>
                  <a:pt x="0" y="572880"/>
                </a:lnTo>
                <a:lnTo>
                  <a:pt x="510" y="572370"/>
                </a:lnTo>
                <a:lnTo>
                  <a:pt x="0" y="582655"/>
                </a:lnTo>
                <a:close/>
              </a:path>
              <a:path w="1787525" h="1165860">
                <a:moveTo>
                  <a:pt x="510" y="592940"/>
                </a:moveTo>
                <a:lnTo>
                  <a:pt x="0" y="592430"/>
                </a:lnTo>
                <a:lnTo>
                  <a:pt x="0" y="582655"/>
                </a:lnTo>
                <a:lnTo>
                  <a:pt x="485" y="592430"/>
                </a:lnTo>
                <a:lnTo>
                  <a:pt x="510" y="592940"/>
                </a:lnTo>
                <a:close/>
              </a:path>
              <a:path w="1787525" h="1165860">
                <a:moveTo>
                  <a:pt x="36483" y="600427"/>
                </a:moveTo>
                <a:lnTo>
                  <a:pt x="27546" y="600427"/>
                </a:lnTo>
                <a:lnTo>
                  <a:pt x="35544" y="592430"/>
                </a:lnTo>
                <a:lnTo>
                  <a:pt x="35544" y="582655"/>
                </a:lnTo>
                <a:lnTo>
                  <a:pt x="36483" y="600427"/>
                </a:lnTo>
                <a:close/>
              </a:path>
              <a:path w="1787525" h="1165860">
                <a:moveTo>
                  <a:pt x="893665" y="1165311"/>
                </a:moveTo>
                <a:lnTo>
                  <a:pt x="835775" y="1164100"/>
                </a:lnTo>
                <a:lnTo>
                  <a:pt x="778757" y="1160515"/>
                </a:lnTo>
                <a:lnTo>
                  <a:pt x="722739" y="1154625"/>
                </a:lnTo>
                <a:lnTo>
                  <a:pt x="667849" y="1146500"/>
                </a:lnTo>
                <a:lnTo>
                  <a:pt x="614212" y="1136209"/>
                </a:lnTo>
                <a:lnTo>
                  <a:pt x="561955" y="1123822"/>
                </a:lnTo>
                <a:lnTo>
                  <a:pt x="511206" y="1109408"/>
                </a:lnTo>
                <a:lnTo>
                  <a:pt x="462090" y="1093036"/>
                </a:lnTo>
                <a:lnTo>
                  <a:pt x="414736" y="1074777"/>
                </a:lnTo>
                <a:lnTo>
                  <a:pt x="369269" y="1054700"/>
                </a:lnTo>
                <a:lnTo>
                  <a:pt x="325816" y="1032875"/>
                </a:lnTo>
                <a:lnTo>
                  <a:pt x="284505" y="1009370"/>
                </a:lnTo>
                <a:lnTo>
                  <a:pt x="245461" y="984256"/>
                </a:lnTo>
                <a:lnTo>
                  <a:pt x="208813" y="957601"/>
                </a:lnTo>
                <a:lnTo>
                  <a:pt x="174686" y="929477"/>
                </a:lnTo>
                <a:lnTo>
                  <a:pt x="143207" y="899951"/>
                </a:lnTo>
                <a:lnTo>
                  <a:pt x="114504" y="869094"/>
                </a:lnTo>
                <a:lnTo>
                  <a:pt x="88702" y="836975"/>
                </a:lnTo>
                <a:lnTo>
                  <a:pt x="65930" y="803664"/>
                </a:lnTo>
                <a:lnTo>
                  <a:pt x="46313" y="769231"/>
                </a:lnTo>
                <a:lnTo>
                  <a:pt x="29978" y="733744"/>
                </a:lnTo>
                <a:lnTo>
                  <a:pt x="17053" y="697273"/>
                </a:lnTo>
                <a:lnTo>
                  <a:pt x="7663" y="659888"/>
                </a:lnTo>
                <a:lnTo>
                  <a:pt x="1937" y="621659"/>
                </a:lnTo>
                <a:lnTo>
                  <a:pt x="510" y="592940"/>
                </a:lnTo>
                <a:lnTo>
                  <a:pt x="7997" y="600427"/>
                </a:lnTo>
                <a:lnTo>
                  <a:pt x="36483" y="600427"/>
                </a:lnTo>
                <a:lnTo>
                  <a:pt x="43229" y="655562"/>
                </a:lnTo>
                <a:lnTo>
                  <a:pt x="65656" y="725895"/>
                </a:lnTo>
                <a:lnTo>
                  <a:pt x="101885" y="792938"/>
                </a:lnTo>
                <a:lnTo>
                  <a:pt x="124880" y="825001"/>
                </a:lnTo>
                <a:lnTo>
                  <a:pt x="150973" y="855972"/>
                </a:lnTo>
                <a:lnTo>
                  <a:pt x="180045" y="885761"/>
                </a:lnTo>
                <a:lnTo>
                  <a:pt x="211979" y="914279"/>
                </a:lnTo>
                <a:lnTo>
                  <a:pt x="246658" y="941436"/>
                </a:lnTo>
                <a:lnTo>
                  <a:pt x="283963" y="967141"/>
                </a:lnTo>
                <a:lnTo>
                  <a:pt x="323777" y="991306"/>
                </a:lnTo>
                <a:lnTo>
                  <a:pt x="365982" y="1013841"/>
                </a:lnTo>
                <a:lnTo>
                  <a:pt x="410461" y="1034655"/>
                </a:lnTo>
                <a:lnTo>
                  <a:pt x="457096" y="1053659"/>
                </a:lnTo>
                <a:lnTo>
                  <a:pt x="505769" y="1070764"/>
                </a:lnTo>
                <a:lnTo>
                  <a:pt x="556362" y="1085879"/>
                </a:lnTo>
                <a:lnTo>
                  <a:pt x="608759" y="1098915"/>
                </a:lnTo>
                <a:lnTo>
                  <a:pt x="662840" y="1109782"/>
                </a:lnTo>
                <a:lnTo>
                  <a:pt x="718489" y="1118391"/>
                </a:lnTo>
                <a:lnTo>
                  <a:pt x="775588" y="1124651"/>
                </a:lnTo>
                <a:lnTo>
                  <a:pt x="834020" y="1128473"/>
                </a:lnTo>
                <a:lnTo>
                  <a:pt x="893665" y="1129766"/>
                </a:lnTo>
                <a:lnTo>
                  <a:pt x="1200298" y="1129766"/>
                </a:lnTo>
                <a:lnTo>
                  <a:pt x="1173119" y="1136209"/>
                </a:lnTo>
                <a:lnTo>
                  <a:pt x="1119482" y="1146500"/>
                </a:lnTo>
                <a:lnTo>
                  <a:pt x="1112468" y="1147538"/>
                </a:lnTo>
                <a:lnTo>
                  <a:pt x="893665" y="1147538"/>
                </a:lnTo>
                <a:lnTo>
                  <a:pt x="893665" y="1165311"/>
                </a:lnTo>
                <a:close/>
              </a:path>
              <a:path w="1787525" h="1165860">
                <a:moveTo>
                  <a:pt x="893665" y="1165311"/>
                </a:moveTo>
                <a:lnTo>
                  <a:pt x="893665" y="1147538"/>
                </a:lnTo>
                <a:lnTo>
                  <a:pt x="1112468" y="1147538"/>
                </a:lnTo>
                <a:lnTo>
                  <a:pt x="1064591" y="1154625"/>
                </a:lnTo>
                <a:lnTo>
                  <a:pt x="1008574" y="1160515"/>
                </a:lnTo>
                <a:lnTo>
                  <a:pt x="951556" y="1164100"/>
                </a:lnTo>
                <a:lnTo>
                  <a:pt x="893665" y="1165311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02558" y="458643"/>
            <a:ext cx="935990" cy="409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2500" b="1" spc="-10" dirty="0">
                <a:latin typeface="Calibri"/>
                <a:cs typeface="Calibri"/>
              </a:rPr>
              <a:t>NEXUS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532" rIns="0" bIns="0" rtlCol="0">
            <a:spAutoFit/>
          </a:bodyPr>
          <a:lstStyle/>
          <a:p>
            <a:pPr marL="271462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IMPACT</a:t>
            </a:r>
            <a:r>
              <a:rPr spc="10" dirty="0"/>
              <a:t> </a:t>
            </a:r>
            <a:r>
              <a:rPr spc="140" dirty="0"/>
              <a:t>AND</a:t>
            </a:r>
            <a:r>
              <a:rPr spc="10" dirty="0"/>
              <a:t> </a:t>
            </a:r>
            <a:r>
              <a:rPr spc="35" dirty="0"/>
              <a:t>BENEFITS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316F8A8-2EC1-E5A9-7185-7CDA84A1BCA4}"/>
              </a:ext>
            </a:extLst>
          </p:cNvPr>
          <p:cNvGrpSpPr/>
          <p:nvPr/>
        </p:nvGrpSpPr>
        <p:grpSpPr>
          <a:xfrm>
            <a:off x="14869743" y="0"/>
            <a:ext cx="3418257" cy="2324099"/>
            <a:chOff x="14869743" y="0"/>
            <a:chExt cx="3418257" cy="2324099"/>
          </a:xfrm>
        </p:grpSpPr>
        <p:pic>
          <p:nvPicPr>
            <p:cNvPr id="66" name="object 11">
              <a:extLst>
                <a:ext uri="{FF2B5EF4-FFF2-40B4-BE49-F238E27FC236}">
                  <a16:creationId xmlns:a16="http://schemas.microsoft.com/office/drawing/2014/main" id="{0DBF5F32-9E98-B700-D069-367EDF0F14A8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74" t="21795" r="10716"/>
            <a:stretch>
              <a:fillRect/>
            </a:stretch>
          </p:blipFill>
          <p:spPr>
            <a:xfrm>
              <a:off x="16371569" y="0"/>
              <a:ext cx="1916431" cy="2324099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50BB511-265E-C8C6-054A-13196CE1B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9743" y="815"/>
              <a:ext cx="1517066" cy="1517066"/>
            </a:xfrm>
            <a:prstGeom prst="rect">
              <a:avLst/>
            </a:prstGeom>
          </p:spPr>
        </p:pic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299AB8BD-5787-9998-5399-D22D7667D3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828"/>
          <a:stretch>
            <a:fillRect/>
          </a:stretch>
        </p:blipFill>
        <p:spPr>
          <a:xfrm>
            <a:off x="0" y="1517880"/>
            <a:ext cx="18288000" cy="8768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3C7E2-B2C1-DC32-8736-A1DAAAFD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44"/>
          <a:stretch>
            <a:fillRect/>
          </a:stretch>
        </p:blipFill>
        <p:spPr>
          <a:xfrm>
            <a:off x="-1524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AADB32-900A-7CB3-5242-363986B7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734" y="-23586"/>
            <a:ext cx="3420152" cy="2322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66725B-6E8D-B3F2-ACAA-B6F8A5531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4300"/>
            <a:ext cx="1792379" cy="11644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EEA443-00BA-277E-0147-2EE192347CB0}"/>
              </a:ext>
            </a:extLst>
          </p:cNvPr>
          <p:cNvSpPr txBox="1"/>
          <p:nvPr/>
        </p:nvSpPr>
        <p:spPr>
          <a:xfrm>
            <a:off x="838200" y="465685"/>
            <a:ext cx="9151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NEXUS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5F575-F0C5-103B-DAB0-5217B9AED8BB}"/>
              </a:ext>
            </a:extLst>
          </p:cNvPr>
          <p:cNvSpPr txBox="1"/>
          <p:nvPr/>
        </p:nvSpPr>
        <p:spPr>
          <a:xfrm>
            <a:off x="6781800" y="2083747"/>
            <a:ext cx="2057400" cy="430887"/>
          </a:xfrm>
          <a:prstGeom prst="rect">
            <a:avLst/>
          </a:prstGeom>
          <a:solidFill>
            <a:srgbClr val="F6F7FB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>
                <a:latin typeface="+mj-lt"/>
              </a:rPr>
              <a:t>Documentation</a:t>
            </a:r>
            <a:endParaRPr lang="en-IN" sz="2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421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F90F452-99FC-31CE-9265-F74EE4C1DB56}"/>
              </a:ext>
            </a:extLst>
          </p:cNvPr>
          <p:cNvGrpSpPr/>
          <p:nvPr/>
        </p:nvGrpSpPr>
        <p:grpSpPr>
          <a:xfrm>
            <a:off x="14869743" y="0"/>
            <a:ext cx="3418257" cy="2324099"/>
            <a:chOff x="14869743" y="0"/>
            <a:chExt cx="3418257" cy="2324099"/>
          </a:xfrm>
        </p:grpSpPr>
        <p:pic>
          <p:nvPicPr>
            <p:cNvPr id="7" name="object 11">
              <a:extLst>
                <a:ext uri="{FF2B5EF4-FFF2-40B4-BE49-F238E27FC236}">
                  <a16:creationId xmlns:a16="http://schemas.microsoft.com/office/drawing/2014/main" id="{4D1B54C0-3375-0D6A-3032-ABCCBD9A25CD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74" t="21795" r="10716"/>
            <a:stretch>
              <a:fillRect/>
            </a:stretch>
          </p:blipFill>
          <p:spPr>
            <a:xfrm>
              <a:off x="16371569" y="0"/>
              <a:ext cx="1916431" cy="232409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4C5AD8C-FF71-5908-F1E3-60CA1567A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9743" y="815"/>
              <a:ext cx="1517066" cy="1517066"/>
            </a:xfrm>
            <a:prstGeom prst="rect">
              <a:avLst/>
            </a:prstGeom>
          </p:spPr>
        </p:pic>
      </p:grpSp>
      <p:sp>
        <p:nvSpPr>
          <p:cNvPr id="11" name="object 5">
            <a:extLst>
              <a:ext uri="{FF2B5EF4-FFF2-40B4-BE49-F238E27FC236}">
                <a16:creationId xmlns:a16="http://schemas.microsoft.com/office/drawing/2014/main" id="{4D2D7794-F90A-6D1D-C7B9-5BAA62D083CB}"/>
              </a:ext>
            </a:extLst>
          </p:cNvPr>
          <p:cNvSpPr txBox="1"/>
          <p:nvPr/>
        </p:nvSpPr>
        <p:spPr>
          <a:xfrm>
            <a:off x="1400494" y="540908"/>
            <a:ext cx="100139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700" b="1" spc="-10" dirty="0">
                <a:latin typeface="Calibri"/>
                <a:cs typeface="Calibri"/>
              </a:rPr>
              <a:t>NEXUS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0F387F-A655-7E44-794F-63C0AC657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944036" y="295459"/>
            <a:ext cx="1914310" cy="9398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961E34-3E37-2B1A-29B5-BFD6819384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316"/>
            <a:ext cx="18288000" cy="832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7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FD41E-94D0-543C-BE51-393E91D0A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FE861D1-9DDB-8DB2-778D-E064EB7AF1EE}"/>
              </a:ext>
            </a:extLst>
          </p:cNvPr>
          <p:cNvGrpSpPr/>
          <p:nvPr/>
        </p:nvGrpSpPr>
        <p:grpSpPr>
          <a:xfrm>
            <a:off x="14869743" y="0"/>
            <a:ext cx="3418257" cy="2324099"/>
            <a:chOff x="14869743" y="0"/>
            <a:chExt cx="3418257" cy="2324099"/>
          </a:xfrm>
        </p:grpSpPr>
        <p:pic>
          <p:nvPicPr>
            <p:cNvPr id="7" name="object 11">
              <a:extLst>
                <a:ext uri="{FF2B5EF4-FFF2-40B4-BE49-F238E27FC236}">
                  <a16:creationId xmlns:a16="http://schemas.microsoft.com/office/drawing/2014/main" id="{A995B672-E65F-017F-262A-281E84487C22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74" t="21795" r="10716"/>
            <a:stretch>
              <a:fillRect/>
            </a:stretch>
          </p:blipFill>
          <p:spPr>
            <a:xfrm>
              <a:off x="16371569" y="0"/>
              <a:ext cx="1916431" cy="232409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AE7E3F-D589-A43B-965B-D01D4FD2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9743" y="815"/>
              <a:ext cx="1517066" cy="1517066"/>
            </a:xfrm>
            <a:prstGeom prst="rect">
              <a:avLst/>
            </a:prstGeom>
          </p:spPr>
        </p:pic>
      </p:grpSp>
      <p:sp>
        <p:nvSpPr>
          <p:cNvPr id="11" name="object 5">
            <a:extLst>
              <a:ext uri="{FF2B5EF4-FFF2-40B4-BE49-F238E27FC236}">
                <a16:creationId xmlns:a16="http://schemas.microsoft.com/office/drawing/2014/main" id="{C5E51517-83FC-4AB2-0A90-6E7C7A69C148}"/>
              </a:ext>
            </a:extLst>
          </p:cNvPr>
          <p:cNvSpPr txBox="1"/>
          <p:nvPr/>
        </p:nvSpPr>
        <p:spPr>
          <a:xfrm>
            <a:off x="1400494" y="540908"/>
            <a:ext cx="100139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700" b="1" spc="-10" dirty="0">
                <a:latin typeface="Calibri"/>
                <a:cs typeface="Calibri"/>
              </a:rPr>
              <a:t>NEXUS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82F25-217A-4C50-417C-DA62DA11C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944036" y="295459"/>
            <a:ext cx="1914310" cy="9398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1BBCBB-3914-1D73-2884-66D4F0BC69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" r="1250"/>
          <a:stretch>
            <a:fillRect/>
          </a:stretch>
        </p:blipFill>
        <p:spPr>
          <a:xfrm>
            <a:off x="152399" y="1480764"/>
            <a:ext cx="17907001" cy="808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6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64</Words>
  <Application>Microsoft Office PowerPoint</Application>
  <PresentationFormat>Custom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Times New Roman</vt:lpstr>
      <vt:lpstr>Office Theme</vt:lpstr>
      <vt:lpstr>SMART INDIA HACKATHON 2026</vt:lpstr>
      <vt:lpstr>UIForge: AI‑Powered UI Generator</vt:lpstr>
      <vt:lpstr>NEXUS</vt:lpstr>
      <vt:lpstr>NEXUS</vt:lpstr>
      <vt:lpstr>IMPACT AND BENEFITS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G10_AIML_B.pptx</dc:title>
  <dc:creator>OM;KAAVYA</dc:creator>
  <cp:keywords>DAGzPlpqBP8,BAFMGWI8XMY,0</cp:keywords>
  <cp:lastModifiedBy>OM SALVI</cp:lastModifiedBy>
  <cp:revision>7</cp:revision>
  <dcterms:created xsi:type="dcterms:W3CDTF">2026-08-17T05:12:48Z</dcterms:created>
  <dcterms:modified xsi:type="dcterms:W3CDTF">2026-08-24T04:44:21Z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2025-09-20T00:00:00Z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2026-08-17T00:00:00Z</vt:filetime>
  </property>
  <property fmtid="{D5CDD505-2E9C-101B-9397-08002B2CF9AE}" pid="6" name="Producer">
    <vt:lpwstr>Canva</vt:lpwstr>
  </property>
</Properties>
</file>